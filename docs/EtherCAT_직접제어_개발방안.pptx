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요소 선정 및 방안 비교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보드 없이 미니PC + SOEM 으로 Oriental Motor AZD-CED 12축 제어  ·  REST(OpenAPI) 외부 명령  ·  시리얼 연동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" cy="18288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63040"/>
            <a:ext cx="182880" cy="18288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63040"/>
            <a:ext cx="182880" cy="18288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ATI  ·  2026-09-14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요구사항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기준이 되는 조건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대상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148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Oriental Motor AZD-CED (EtherCAT, CiA402)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12축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이동 / 정지 / 급정지 / 원점복귀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7304" y="155448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0184" y="169164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PC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0184" y="2103120"/>
            <a:ext cx="3148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아진 등 모션 보드 없이 PC 이더넷 포트로 직접 제어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산업용 미니PC 1대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비용 최소화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5968" y="155448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8848" y="169164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08848" y="2103120"/>
            <a:ext cx="3148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API(OpenAPI)로 외부 시스템이 동작·정지 명령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PLC/장비와 시리얼(RS-232/485) 통신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C# WPF 자산 활용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검토한 개발 요소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348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EtherCAT 마스터 소프트웨어 (SOEM / IgH / TwinCAT / 상용 / 모션보드)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실행 OS 와 이더넷 드라이버 (Linux raw socket / Windows Npcap·WinPcap)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제어 방식 (PP vs CSP, 사이클, PDO 매핑, 스레드 구조)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개발 언어·프레임워크 (C# .NET / Python / C++)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하드웨어 (미니PC 사양 적합도)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EtherCAT 마스터 소프트웨어 비교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무료·유저공간·유지보수 활발한 SOEM 선정. IgH 는 CSP 고속 다축이 필요할 때의 예비안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1691640"/>
                <a:gridCol w="1600200"/>
                <a:gridCol w="1600200"/>
                <a:gridCol w="1325880"/>
                <a:gridCol w="10332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 /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성능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난이도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유지보수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SOEM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GPLv2 + 링킹 예외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무료, 소스 미수정 시 비공개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PREEMPT_RT 에서 1 ms 사이클 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/ Windows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공간 라이브러리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라이브러리, P/Invoke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(OpenEtherCATsociety)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IgH EtherCAT Master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GPLv2, 무료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 µs 급 (커널 모듈)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 버전에 종속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 빌드, 네이티브 NIC 드라이버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릴리스 간격 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 업데이트 시 재빌드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예비안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TwinCAT 3 (Beckhoff)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유료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서드파티 PC 는 레벨 90+ 등급 + USB 동글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우수 (RT 커널)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Intel NIC 한정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ADS 로 C# 연동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✖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소프트 마스터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(acontis, KINGSTAR)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런타임 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우수, CSP 다축 보간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/ Linux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✖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모션 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(아진 AXT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 구매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PCI/PCIe 슬롯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보드가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API 종속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✖ 요구사항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(직접 제어)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0D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실행 OS 및 이더넷 드라이버 비교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는 raw 이더넷 API 가 없어 서명된 커널 드라이버가 필수 → 비용 발생. Linux 는 커널이 raw socket 을 기본 제공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14600"/>
                <a:gridCol w="2011680"/>
                <a:gridCol w="2651760"/>
                <a:gridCol w="12618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SW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성능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(Ubuntu 24.04 / Debian 12)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PREEMPT_RT + SOEM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 ms 사이클 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격리로 지터 수십 µs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 커널 패키지, isolcpus,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CAP_NET_RAW / CAP_SYS_NICE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양산 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+ SOEM (Npcap)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개발: 무료 (조직 5대 제한)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배포: Npcap OEM 유료, 재배포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지터 수십~수백 µs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보증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Npcap 'WinPcap API 호환 모드' 설치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개발·검증용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+ SOEM (WinPcap 4.1.3)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원 (BSD, 재배포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Npcap 과 동등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2013 년 이후 미유지, NDIS 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Win10/11 동작 여부 개별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대안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+ SOEM (Win10Pcap)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원 (GPLv2)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Npcap 과 동등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 년경 미유지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동봉 시 GPL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대안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+ TwinCAT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라이선스 + 동글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서드파티 PC 레벨 90+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보증 (RT 커널)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Intel I210/I219/I225 계열 NIC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Win10 IoT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✖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0D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단계는 Windows + Npcap 무료판으로 드라이브 문제를 먼저 잡고, 현장 운용은 Linux 미니PC 로 배포한다. 두 경로는 동일한 Core 라이브러리를 쓴다.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제어 방식 선정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생성을 드라이브에 맡기는 PP 모드로 마스터 지터 요구를 낮춘다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2103120"/>
                <a:gridCol w="38679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 모드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 이동 · PV 조그 · Homing 원점복귀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(궤적 생성은 드라이브)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CSP (Cyclic Sync Position)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마스터는 목표·속도·가감속만 전송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사이클 지터에 둔감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사이클 주기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ms (안정 확인 후 1 ms)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µs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12축 PP 모드에 충분, i3/N100 급에서 여유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PDO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PreOp 에서 1600h/1A00h 직접 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 23 B / Tx 17 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드라이브 기본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C# 구조체와 레이아웃 1:1 일치 보장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드라이브 설정 변경에 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스레드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 스레드 1 (SCHED_FIFO, 고정 코어)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감시 스레드 + API 스레드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스레드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API→RT 명령은 Interlocked 교환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락 없음, 우선순위 역전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정지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Halt(bit 8) 감속 정지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Quick Stop(bit 2) 급정지 후 서보 오프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서보 오프 (전압 차단)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CiA402 표준, 감속률은 6084h / 6085h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분산 클록 (DC)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 모드에서 불필요, CSP 전환 시 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감시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WKC 비교 + 10 ms 슬레이브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SOEM ecatcheck 패턴, 케이블 재연결 시 자동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개발 언어·프레임워크 선정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C# WPF 자산과 OpenAPI 자동 생성을 고려해 .NET 9 선정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3017520"/>
                <a:gridCol w="1737360"/>
                <a:gridCol w="11247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C# .NET 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ASP.NET Core + WPF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WPF 자산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OpenAPI 문서 자동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Linux/Windows 동일 바이너리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System.IO.Ports 로 시리얼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SOEM 호출용 C 심(shim) 라이브러리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 지터 관리 필요 (PP 모드에서는 허용 범위)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감독 제어, REST 연동, GUI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pysoem + FastAPI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속도 최고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가 OpenAPI 자동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GIL·GC 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C# 자산 미활용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4축 이하 PoC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대안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C++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SOEM 직접 링크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최저 지터, CSP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REST/시리얼 구현 부담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속도 느림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 증가·CSP 보간 필요 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확장 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3891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SOEM 연동 방식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0060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SOEM 1.4.0 을 얇은 C 심(soemshim)으로 감싸 P/Invoke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ec_slave[] 구조체 마샬링 회피 → 필요한 필드만 함수로 노출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.so / Windows .dll 동일 소스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20184" y="43891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스레드 보호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20184" y="480060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SustainedLowLatency GC, 서버 GC·동시 GC 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 루프 내 할당 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SCHED_FIFO + CPU 고정은 C 심에서 처리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08848" y="43891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없는 개발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08848" y="4800600"/>
            <a:ext cx="3148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Simulated 마스터가 CiA402 상태기계를 모사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개발 PC 에서 API·GUI 시퀀스 검증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전환은 설정값 1개(Mode) 변경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결과: 시스템 구성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 → REST → 미니PC(Linux, .NET 9, SOEM) → EtherCAT → AZD-CED ×12, 시리얼은 같은 프로세스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AF0F7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/ HMI / 상위 PC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+ JSON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/swagger 문서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EAF0F7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PLC / 주변 장비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17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RS-232 / RS-485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텍스트·바이너리 프로토콜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4892040" cy="429768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22344F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611880" y="15727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4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산업용 미니PC  ·  Linux + PREEMPT_RT  ·  .NET 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01168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94760" y="2103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DirectControl.Api  (ASP.NET Core)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4231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24 엔드포인트 · OpenAPI · 202 Accepted 즉시 응답 · systemd 서비스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310896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DDF3F0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794760" y="32004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IEtherCatMaster → SoemMaster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520440"/>
            <a:ext cx="1851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 스레드 2 ms 사이클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CiA402 상태기계 ×12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PP/PV/Homing, Halt/QuickStop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6460" y="310896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103620" y="32004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SerialService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03620" y="3520440"/>
            <a:ext cx="1851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이름별 관리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수신 → 명령 브리지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로 open/write/read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466344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794760" y="47548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libsoemshim.so  →  SOEM 1.4.0  →  raw socket (CAP_NET_RAW)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5074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PDO 재매핑(1600h/1A00h) · WKC 감시 · 슬레이브 자동 복구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0" y="1508760"/>
            <a:ext cx="2496312" cy="4297680"/>
          </a:xfrm>
          <a:prstGeom prst="roundRect">
            <a:avLst>
              <a:gd name="adj" fmla="val 4396"/>
            </a:avLst>
          </a:prstGeom>
          <a:solidFill>
            <a:srgbClr val="EAF0F7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Oriental Motor AZD-CED ×12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0" y="205740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1   IN ◄─► 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26880" y="260604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2   IN ◄─► 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26880" y="315468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3   IN ◄─► OUT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26880" y="370332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4   IN ◄─► 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26880" y="425196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5   IN ◄─► 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26880" y="4800600"/>
            <a:ext cx="2130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8320" y="4800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 Axis 12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5394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CiA402 · PP 모드 · 데이지체인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2788920"/>
            <a:ext cx="868680" cy="0"/>
          </a:xfrm>
          <a:prstGeom prst="line">
            <a:avLst/>
          </a:prstGeom>
          <a:noFill/>
          <a:ln w="12700">
            <a:solidFill>
              <a:srgbClr val="22344F"/>
            </a:solidFill>
            <a:prstDash val="solid"/>
            <a:headEnd type="triangl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56032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4800600"/>
            <a:ext cx="868680" cy="0"/>
          </a:xfrm>
          <a:prstGeom prst="line">
            <a:avLst/>
          </a:prstGeom>
          <a:noFill/>
          <a:ln w="12700">
            <a:solidFill>
              <a:srgbClr val="22344F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560320" y="4297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21040" y="5120640"/>
            <a:ext cx="822960" cy="0"/>
          </a:xfrm>
          <a:prstGeom prst="line">
            <a:avLst/>
          </a:prstGeom>
          <a:noFill/>
          <a:ln w="12700">
            <a:solidFill>
              <a:srgbClr val="22344F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32104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EtherCAT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Mbps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현황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 프로젝트 완성. 시뮬레이션 모드에서 전 시퀀스 검증, 실기 연결은 다음 단계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772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동시 제어 (설정으로 확장)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21558" y="1417320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ms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21558" y="2194560"/>
            <a:ext cx="2772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사이클 주기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94476" y="1417320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094476" y="2194560"/>
            <a:ext cx="2772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엔드포인트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867394" y="1417320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원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867394" y="2194560"/>
            <a:ext cx="2772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운용 시 라이선스 비용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6014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DirectControl.Core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8328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CiA402 상태기계 (Axis)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 PDO 정의·재매핑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SOEM P/Invoke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Simulated 마스터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SerialService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78708" y="2834640"/>
            <a:ext cx="26014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61588" y="29718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DirectControl.Api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1588" y="338328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ASP.NET Core Minimal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축/시스템/시리얼 엔드포인트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Swagger UI (/swagger)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시리얼→모션 명령 브리지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2834640"/>
            <a:ext cx="26014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91656" y="29718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WPF 테스트 GUI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338328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 선택·연결, 12축 그리드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서보 온/이동/조그/정지/급정지/원점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워드 비트 해석, 로그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에서 SOEM 직접 확인용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8844" y="2834640"/>
            <a:ext cx="26014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21724" y="29718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/ deploy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21724" y="3383280"/>
            <a:ext cx="22357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soemshim: Linux .so / Windows .dll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setup-minipc.sh (RT 커널, 코어 격리)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배포 절차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212080"/>
            <a:ext cx="50429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완료 (시뮬레이션) 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서보 온 → 절대 이동 완료 → 이동 중 감속 정지 → 조그 → 급정지 후 서보 오프 → 원점복귀 → 미인가 축 에러 보고. 솔루션 빌드 경고 0 / 오류 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1636" y="5212080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FBEBD7"/>
          </a:solidFill>
          <a:ln w="12700">
            <a:solidFill>
              <a:srgbClr val="FBEBD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12080"/>
            <a:ext cx="50429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실기에서 확인 필요 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의 PDO 재매핑 수락 여부 · 벤더 ID(0x2BE) · 속도/가감속 단위(Hz, kHz/s 또는 ms) · Windows 용 soemshim.dll 런타임(Npcap 미설치로 미검증)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구매 예정 미니PC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아이믹 산업용 미니PC  i3-1215U / 8GB / 128GB  ·  ICBanQ P016138523  ·  1,320,000 원 (VAT 포함)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Intel Core i3-1215U  (6코어 8스레드: P코어 2 + E코어 4, 최대 4.4 GHz, 15 W)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저장장치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M.2 SSD 128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Gigabit Ethernet (상세 페이지 기준 1포트로 보임, 칩셋 미표기)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시리얼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RS-232 (DB9) 내장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USB / 영상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USB 3.1 ×4, HDMI, Intel UHD Graphics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 지원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10 / 11 / Linux  (Win10 Pro 라이선스 +54,000 원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 인증, 전원 어댑터 별매(+25,000 원), 무선 AC 7260 선택(+26,000 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63040"/>
            <a:ext cx="4142232" cy="4480560"/>
          </a:xfrm>
          <a:prstGeom prst="roundRect">
            <a:avLst>
              <a:gd name="adj" fmla="val 2649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011680"/>
            <a:ext cx="3685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N100 대비 성능 여유 큼. 실시간 스레드를 P코어 1개에 고정하고 나머지로 API·시리얼 처리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RS-232 내장으로 USB 변환기 없이 시리얼 요구 충족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지원 명시 → Windows 라이선스 불필요, TwinCAT/Npcap 비용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 포트가 1개면 EtherCAT 전용으로 쓰고 API 통신은 USB 3.0 이더넷 어댑터 추가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가격은 KC 인증 산업용 등급 기준. 동급 일반 미니PC(30~60만 원)보다 높지만 현장 설치 신뢰성 확보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전 판매자 확인 질문 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LAN 포트 개수와 칩셋(Intel/Realtek 모델명)  ② 팬리스 여부  ③ RAM 온보드/SO-DIMM 여부  ④ Linux 드라이버 이슈 유무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미니PC 적합도 평가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종합: 적합 (조건부) — LAN 포트 수·NIC 칩셋·냉각 방식만 구매 전 확인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468880"/>
                <a:gridCol w="1051560"/>
                <a:gridCol w="391363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 사양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제품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4코어 이상, RT 전용 코어 1개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i3-1215U 6코어 (2P + 4E)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우수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isolcpus 를 P코어 번호로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GB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.NET 런타임 + API 에 충분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 GB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 GB M.2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 Server + 로그 여유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 포트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2포트 (EtherCAT 전용 + API)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1포트로 추정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1포트면 USB 이더넷 어댑터를 API 용으로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 칩셋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Intel I219/I225/I226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Realtek 도 SOEM 동작, 지터 다소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시리얼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RS-232 1포트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RS-232 내장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에서 /dev/ttyS0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(PREEMPT_RT)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Win10 / 11 / Linux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라이선스 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냉각·가동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24시간 가동, 팬리스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산업용 등급, 팬리스 가능성 높음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설치 적합성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 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9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설치 적합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1,320,000 원 (VAT 포함) + 어댑터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참고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산업용 KC 기준, SW 라이선스 0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AZD-CED EtherCAT 직접 제어 개발 방안 검토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502920" cy="50292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PC 실기 확인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3716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Npcap 무료판 설치 → WPF GUI 로 AZD-CED 연결. PDO 재매핑 수락, 벤더 ID, 단위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미니PC 구매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 칩셋·포트 수·팬리스 확인 후 구매. 필요 시 USB 이더넷 어댑터 추가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환경 구축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2004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24.04 / Debian 12 + PREEMPT_RT. setup-minipc.sh 로 코어 격리(P코어)·NIC 설정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02920" cy="50292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미니PC 배포·지터 측정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1148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libsoemshim.so 빌드 → dotnet publish → systemd. /api/system/status 로 WKC·최대 지터 확인, 1 ms 전환 검토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502920" cy="502920"/>
          </a:xfrm>
          <a:prstGeom prst="ellipse">
            <a:avLst/>
          </a:prstGeom>
          <a:solidFill>
            <a:srgbClr val="0E9A8C"/>
          </a:solidFill>
          <a:ln w="12700">
            <a:solidFill>
              <a:srgbClr val="0E9A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연동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0292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 REST 연동, 시리얼 프로토콜 구현(SerialCommandBridge), WPF 를 REST 클라이언트로 전환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위치: 저장소 README.md, deploy/, native/soemshim/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AZD-CED EtherCAT 직접 제어 개발 방안</dc:title>
  <dc:subject>PptxGenJS Presentation</dc:subject>
  <dc:creator>ATI</dc:creator>
  <cp:lastModifiedBy>ATI</cp:lastModifiedBy>
  <cp:revision>1</cp:revision>
  <dcterms:created xsi:type="dcterms:W3CDTF">2026-09-14T06:27:36Z</dcterms:created>
  <dcterms:modified xsi:type="dcterms:W3CDTF">2026-09-14T06:27:36Z</dcterms:modified>
</cp:coreProperties>
</file>